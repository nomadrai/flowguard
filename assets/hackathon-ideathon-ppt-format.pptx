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Oswald" panose="00000500000000000000" pitchFamily="2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XkqYJJ3sjj5Kr2Zmk1hUbbZQK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4226" y="1268599"/>
            <a:ext cx="103632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 b="1" dirty="0">
                <a:solidFill>
                  <a:srgbClr val="FF99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VIKASIT NAGPUR HACKATHON 2026</a:t>
            </a:r>
            <a:endParaRPr sz="3200" b="1" dirty="0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1275" y="2307750"/>
            <a:ext cx="10445582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00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+mn-lt"/>
              </a:rPr>
              <a:t>Project Name (Registered on portal): </a:t>
            </a:r>
            <a:endParaRPr lang="en-US"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34200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+mn-lt"/>
              </a:rPr>
              <a:t>Theme (Existing):</a:t>
            </a:r>
          </a:p>
          <a:p>
            <a:pPr marL="34200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+mn-lt"/>
              </a:rPr>
              <a:t>Problem Statement Title (Existing)</a:t>
            </a:r>
          </a:p>
          <a:p>
            <a:pPr marL="34200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Expected Solution Title (Existing)</a:t>
            </a:r>
          </a:p>
          <a:p>
            <a:pPr marL="34200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>
                <a:solidFill>
                  <a:schemeClr val="dk1"/>
                </a:solidFill>
                <a:latin typeface="+mn-lt"/>
              </a:rPr>
              <a:t>Designed Solution Title (Team)</a:t>
            </a:r>
            <a:endParaRPr sz="18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</a:endParaRPr>
          </a:p>
        </p:txBody>
      </p:sp>
      <p:pic>
        <p:nvPicPr>
          <p:cNvPr id="92" name="Google Shape;92;p1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0739" y="-13500"/>
            <a:ext cx="1007035" cy="127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5;p1" title="Screenshot 2026-07-31 at 4.45.17 PM.png">
            <a:extLst>
              <a:ext uri="{FF2B5EF4-FFF2-40B4-BE49-F238E27FC236}">
                <a16:creationId xmlns:a16="http://schemas.microsoft.com/office/drawing/2014/main" id="{B5D732F7-3B1F-A8D9-9B5F-6043A0D0568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5143" y="5908597"/>
            <a:ext cx="9400874" cy="85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034804" y="1489511"/>
            <a:ext cx="953609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</a:pPr>
            <a:r>
              <a:rPr lang="en-US" sz="1800" b="1" u="sng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 (describe solution) – Kindly write in points, crisp and clear</a:t>
            </a:r>
            <a:endParaRPr sz="18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solution</a:t>
            </a:r>
            <a:endParaRPr sz="1800"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addresses the problem statement</a:t>
            </a:r>
            <a:endParaRPr sz="1800"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</a:t>
            </a:r>
            <a:r>
              <a:rPr lang="en-US" sz="1800" dirty="0">
                <a:solidFill>
                  <a:schemeClr val="dk1"/>
                </a:solidFill>
              </a:rPr>
              <a:t>in the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</a:t>
            </a:r>
            <a:endParaRPr sz="1800"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2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491952" cy="10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8DB96305-3DE1-DB58-46FB-75E4932D0A98}"/>
              </a:ext>
            </a:extLst>
          </p:cNvPr>
          <p:cNvSpPr txBox="1">
            <a:spLocks/>
          </p:cNvSpPr>
          <p:nvPr/>
        </p:nvSpPr>
        <p:spPr>
          <a:xfrm>
            <a:off x="2792140" y="436951"/>
            <a:ext cx="614045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400" b="1" dirty="0">
                <a:solidFill>
                  <a:schemeClr val="accent6"/>
                </a:solidFill>
                <a:latin typeface="Times New Roman"/>
                <a:cs typeface="Times New Roman"/>
                <a:sym typeface="Times New Roman"/>
              </a:rPr>
              <a:t>PROJECT TITLE</a:t>
            </a:r>
            <a:endParaRPr lang="en-US" sz="24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3493825" y="1024297"/>
            <a:ext cx="408305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2196196"/>
            <a:ext cx="882831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used - (e.g. programming languages, frameworks</a:t>
            </a:r>
            <a:r>
              <a:rPr lang="en-US" sz="1800" dirty="0">
                <a:solidFill>
                  <a:schemeClr val="dk1"/>
                </a:solidFill>
              </a:rPr>
              <a:t> or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hardware)</a:t>
            </a:r>
            <a:endParaRPr sz="1800"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 sz="1800"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83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8850" y="-13500"/>
            <a:ext cx="1144150" cy="12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273628" y="2288280"/>
            <a:ext cx="721722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dirty="0"/>
              <a:t>Practical 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and Implementation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dirty="0"/>
              <a:t>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hallenges </a:t>
            </a:r>
            <a:r>
              <a:rPr lang="en-US" sz="1800" dirty="0"/>
              <a:t>foresee</a:t>
            </a:r>
            <a:endParaRPr sz="1800"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7" name="Google Shape;127;p4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493650" y="2119996"/>
            <a:ext cx="852522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and changes for target audience</a:t>
            </a:r>
            <a:endParaRPr sz="1800"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(SDG)</a:t>
            </a:r>
            <a:endParaRPr sz="1800" dirty="0"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9" name="Google Shape;139;p5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400" dirty="0">
              <a:solidFill>
                <a:schemeClr val="accent6"/>
              </a:solidFill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892628" y="2098577"/>
            <a:ext cx="9385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0" name="Google Shape;150;p6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936171" y="2590750"/>
            <a:ext cx="10014858" cy="1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 </a:t>
            </a:r>
            <a:r>
              <a:rPr lang="en-US" sz="1800" b="1" dirty="0">
                <a:solidFill>
                  <a:srgbClr val="C00000"/>
                </a:solidFill>
              </a:rPr>
              <a:t>to 7 Only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Pitching time: 3 min each team strictly (Extra time will not be allowed)</a:t>
            </a:r>
            <a:endParaRPr sz="1800" b="1" dirty="0">
              <a:solidFill>
                <a:schemeClr val="dk1"/>
              </a:solidFill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You can remove this instruction page before presenting and submitting final ppt.</a:t>
            </a:r>
          </a:p>
          <a:p>
            <a: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b="1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rgbClr val="C00000"/>
              </a:solidFill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2044950" y="1351756"/>
            <a:ext cx="8410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24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95522" y="2122696"/>
            <a:ext cx="95577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</a:t>
            </a:r>
            <a:r>
              <a:rPr lang="en-US" sz="1800" b="1" dirty="0">
                <a:solidFill>
                  <a:schemeClr val="dk1"/>
                </a:solidFill>
              </a:rPr>
              <a:t>follow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Instructions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submitting PPT: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7" title="Gemini_Generated_Image_qsyv4mqsyv4mqsy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2987300" cy="12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0900" y="-13501"/>
            <a:ext cx="936883" cy="118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 title="Gemini_Generated_Image_wl3ye2wl3ye2wl3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4575" y="0"/>
            <a:ext cx="1144150" cy="127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240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Oswald</vt:lpstr>
      <vt:lpstr>Calibri</vt:lpstr>
      <vt:lpstr>Office Theme</vt:lpstr>
      <vt:lpstr>VIKASIT NAGPUR HACKATHON 2026</vt:lpstr>
      <vt:lpstr>  </vt:lpstr>
      <vt:lpstr>TECHNICAL APPROACH</vt:lpstr>
      <vt:lpstr>PRACTICAL IMPLEMENTATION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Nidhi Bawashe</cp:lastModifiedBy>
  <cp:revision>6</cp:revision>
  <dcterms:created xsi:type="dcterms:W3CDTF">2013-12-12T18:46:50Z</dcterms:created>
  <dcterms:modified xsi:type="dcterms:W3CDTF">2026-07-31T11:22:08Z</dcterms:modified>
</cp:coreProperties>
</file>